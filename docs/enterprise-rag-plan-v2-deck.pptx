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84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Handyground/Workspace/git/flayAI/docs/_plan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737360" cy="3946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통합 검색 (RAG)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66928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E5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· 게시판 · 결재를 자연어로 — 사내 활용 + 온프레미스 제품 강화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66928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팀장/연구위원 남종관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580644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해커톤 (바이브코딩) · 1차 기획안 공모 제출</a:t>
            </a: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v2 · 2026-05-31 · 사내 한정(Confidential)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 — 흩어진 그룹웨어 정보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검색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· 게시판 · 결재를 각각 옮겨 다니며 찾아야 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자연어가 약함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"재택근무 최신 공지" 같은 의도로는 키워드 검색이 잘 안 잡습니다.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· 사일로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63040" y="4251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있는 정보를 다시 묻고, 못 찾아 중복 작업이 생깁니다.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1F8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데이터는 외부 SaaS LLM 에 올리기 어렵습니다  →  </a:t>
            </a: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로컬 RAG 가 필요합니다.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— 그룹웨어 자연어 통합 검색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검색창에서 자연어로 검색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결과에 출처(작성자·일자·게시판)를 함께 제시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준수 — 1차는 사내 게시판 공개 게시물부터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GPU 없이도 동작 (무GPU 검색형)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도구를 넘어  →  </a:t>
            </a: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그룹웨어 제품 </a:t>
            </a:r>
            <a:r>
              <a:rPr lang="en-US" sz="1500" b="1" dirty="0" err="1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sz="1500" dirty="0">
                <a:solidFill>
                  <a:srgbClr val="2E5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5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   (신규 매출 기회)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0" y="17647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0" y="2441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사용자(추정)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86968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0" y="17647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5회/일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869680" y="2441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검색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0" y="33649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≈500건/일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4041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검색량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9680" y="32004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69680" y="33649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~330h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4041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절감(가정·실측 권장)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4선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81051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· 자사 그룹웨어 내장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밖으로 안 나감 + 우리 제품이라 연동·이식이 쉬움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28232" y="181051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28232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181051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정합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볼 수 있는 문서만. 1차는 공개 게시물만 → 안전하게 시작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95935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무GPU → GPU 단계 도입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0원으로 가치 입증 후 생성형에만 GPU. 고객 도입 부담↓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28232" y="3959352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95935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사이드패널 상주 검색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46634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화면 옆에서 바로 — 탭 전환 없는 in-context 검색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무GPU — 검색형 (모드 A)  ·  해커톤 데모 범위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</a:t>
            </a:r>
            <a:r>
              <a:rPr lang="ko-KR" alt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</a:t>
            </a: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시작 (기존 CPU 서버 1대)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= 출처 게시물 카드 + 스니펫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없음 — 지어내지 않고 출처만 제시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 · 일 500건엔 CPU 1대로 충분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사이드패널에서 현재 화면 맥락으로 검색</a:t>
            </a:r>
            <a:endParaRPr lang="en-US" sz="1600" dirty="0"/>
          </a:p>
        </p:txBody>
      </p:sp>
      <p:pic>
        <p:nvPicPr>
          <p:cNvPr id="4" name="Image 0" descr="C:/Handyground/Workspace/git/flayAI/docs/_planbuild/sidepanel-mockup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17320"/>
            <a:ext cx="6309360" cy="3429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40680" y="49834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화면: 검색 결과 = 공개 게시물 출처 카드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— 생성형 (모드 B)  ·  확장 단계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39" y="1554480"/>
            <a:ext cx="478736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답변 + 인용 출처 [1][2]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시 보류(abstain) — 검색 결과만 제시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는 이 단계부터 (1× 24GB급)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멀티모달·시각자료 검색으로 확장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고객도 옵션으로 선택</a:t>
            </a:r>
            <a:endParaRPr lang="en-US" sz="1600" dirty="0"/>
          </a:p>
        </p:txBody>
      </p:sp>
      <p:pic>
        <p:nvPicPr>
          <p:cNvPr id="4" name="Image 0" descr="C:/Handyground/Workspace/git/flayAI/docs/_planbuild/sidepanel-mockup-v2-g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17320"/>
            <a:ext cx="6309360" cy="3429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40680" y="49834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화면: 질문에 요약 답변 + [1][2] 인용 (출처 카드 동반)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제품으로 — 단계 도입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316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42316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1460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MVP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(무GPU·데모)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9768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권한·메일/결재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7220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(GPU)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4672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3816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제품화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(온프레미스)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921240" y="2286000"/>
            <a:ext cx="1755648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21240" y="245059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12680" y="299923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운영·확장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무GPU: P1~P2</a:t>
            </a:r>
            <a:r>
              <a:rPr lang="en-US" sz="1500" dirty="0">
                <a:solidFill>
                  <a:srgbClr val="22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GPU: P3부터   ·   제품화: P4   ·   </a:t>
            </a:r>
            <a:r>
              <a:rPr lang="en-US" sz="1500" b="1" dirty="0">
                <a:solidFill>
                  <a:srgbClr val="E87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해커톤 데모 = P1 (게시판·무GPU·사이드패널)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A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검증하고, 검증된 기능을 그룹웨어 제품으로 키웁니다.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핸디소프트 · 서비스개발팀 · 사내 해커톤(바이브코딩) 1차 기획안 공모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검증하고,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제품으로 키운다.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3200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결정 사항 (검토 회의)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게시판 연동 방식 · 공개/제한 판정 기준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제품화(그룹웨어 탑재) 시점 · 패키징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확장 우선순위 (메일 vs 결재)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  핸디소프트 · 서비스개발팀 · 남종관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613</Words>
  <Application>Microsoft Office PowerPoint</Application>
  <PresentationFormat>와이드스크린</PresentationFormat>
  <Paragraphs>104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 종관</cp:lastModifiedBy>
  <cp:revision>2</cp:revision>
  <dcterms:created xsi:type="dcterms:W3CDTF">2026-05-31T09:35:04Z</dcterms:created>
  <dcterms:modified xsi:type="dcterms:W3CDTF">2026-05-31T09:46:43Z</dcterms:modified>
</cp:coreProperties>
</file>