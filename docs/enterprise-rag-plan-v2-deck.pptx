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Handyground/Workspace/git/flayAI/docs/_planbuild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737360" cy="39462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통합 검색 (RAG)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566928" y="3246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2E5A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· 게시판 · 결재를 자연어로 — 사내 활용 + 온프레미스 제품 강화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66928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팀장/연구위원 남종관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5806440"/>
            <a:ext cx="11064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해커톤 (바이브코딩) · 1차 기획안 공모 제출</a:t>
            </a:r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v2 · 2026-05-31 · 사내 한정(Confidential)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 — 흩어진 그룹웨어 정보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566928" cy="56692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00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1554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검색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1965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메일 · 게시판 · 결재를 각각 옮겨 다니며 찾아야 합니다.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43200"/>
            <a:ext cx="566928" cy="56692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743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자연어가 약함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"재택근무 최신 공지" 같은 의도로는 키워드 검색이 잘 안 잡습니다.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86200"/>
            <a:ext cx="566928" cy="566928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3886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840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중복 · 사일로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463040" y="42519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있는 정보를 다시 묻고, 못 찾아 중복 작업이 생깁니다.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AF1F8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25780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데이터는 외부 SaaS LLM 에 올리기 어렵습니다  →  </a:t>
            </a:r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온프레미스 로컬 RAG 가 필요합니다.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— 그룹웨어 자연어 통합 검색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0292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검색창에서 자연어로 검색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결과에 출처(작성자·일자·게시판)를 함께 제시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준수 — 1차는 사내 게시판 공개 게시물부터</a:t>
            </a:r>
            <a:endParaRPr lang="en-US" sz="1600" dirty="0"/>
          </a:p>
          <a:p>
            <a:pPr marL="228600" indent="-228600">
              <a:lnSpc>
                <a:spcPct val="130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검색은 GPU 없이도 동작 (무GPU 검색형)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4297680"/>
            <a:ext cx="51206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도구를 넘어  →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온프레미스 그룹웨어 제품 기능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E5A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(신규 매출 기회)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160020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17647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100명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943600" y="24414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사용자(추정)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869680" y="160020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0" y="17647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5회/일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869680" y="24414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 검색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0" y="320040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33649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≈500건/일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5943600" y="4041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검색량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869680" y="3200400"/>
            <a:ext cx="2743200" cy="1417320"/>
          </a:xfrm>
          <a:prstGeom prst="roundRect">
            <a:avLst>
              <a:gd name="adj" fmla="val 516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69680" y="3364992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7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~330h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869680" y="4041648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절감(가정·실측 권장)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차별화 4선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10512"/>
            <a:ext cx="548640" cy="5486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810512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온프레미스 · 자사 그룹웨어 내장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51460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데이터가 밖으로 안 나감 + 우리 제품이라 연동·이식이 쉬움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55448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28232" y="1810512"/>
            <a:ext cx="548640" cy="5486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0" name="Text 8"/>
          <p:cNvSpPr/>
          <p:nvPr/>
        </p:nvSpPr>
        <p:spPr>
          <a:xfrm>
            <a:off x="6428232" y="18105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32320" y="1810512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정합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볼 수 있는 문서만. 1차는 공개 게시물만 → 안전하게 시작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959352"/>
            <a:ext cx="548640" cy="5486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9593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3959352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무GPU → GPU 단계 도입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2960" y="466344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0원으로 가치 입증 후 생성형에만 GPU. 고객 도입 부담↓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370332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5875">
            <a:solidFill>
              <a:srgbClr val="1F4E7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28232" y="3959352"/>
            <a:ext cx="548640" cy="548640"/>
          </a:xfrm>
          <a:prstGeom prst="ellipse">
            <a:avLst/>
          </a:prstGeom>
          <a:solidFill>
            <a:srgbClr val="1F4E79"/>
          </a:solidFill>
          <a:ln/>
        </p:spPr>
      </p:sp>
      <p:sp>
        <p:nvSpPr>
          <p:cNvPr id="20" name="Text 18"/>
          <p:cNvSpPr/>
          <p:nvPr/>
        </p:nvSpPr>
        <p:spPr>
          <a:xfrm>
            <a:off x="6428232" y="395935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132320" y="3959352"/>
            <a:ext cx="4297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사이드패널 상주 검색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446520" y="466344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화면 옆에서 바로 — 탭 전환 없는 in-context 검색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무GPU — 검색형 (모드 A)  ·  해커톤 데모 범위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0원으로 시작 (기존 CPU 서버 1대)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 = 출처 게시물 카드 + 스니펫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환각 없음 — 지어내지 않고 출처만 제시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100명 · 일 500건엔 CPU 1대로 충분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사이드패널에서 현재 화면 맥락으로 검색</a:t>
            </a:r>
            <a:endParaRPr lang="en-US" sz="1600" dirty="0"/>
          </a:p>
        </p:txBody>
      </p:sp>
      <p:pic>
        <p:nvPicPr>
          <p:cNvPr id="4" name="Image 0" descr="C:/Handyground/Workspace/git/flayAI/docs/_planbuild/sidepanel-mockup-v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17320"/>
            <a:ext cx="6309360" cy="34299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40680" y="498348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화면: 검색 결과 = 공개 게시물 출처 카드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— 생성형 (모드 B)  ·  확장 단계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답변 + 인용 출처 [1][2]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부족 시 보류(abstain) — 검색 결과만 제시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GPU 는 이 단계부터 (1× 24GB급)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멀티모달·시각자료 검색으로 확장</a:t>
            </a:r>
            <a:endParaRPr lang="en-US" sz="1600" dirty="0"/>
          </a:p>
          <a:p>
            <a:pPr marL="228600" indent="-228600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온프레미스 고객도 옵션으로 선택</a:t>
            </a:r>
            <a:endParaRPr lang="en-US" sz="1600" dirty="0"/>
          </a:p>
        </p:txBody>
      </p:sp>
      <p:pic>
        <p:nvPicPr>
          <p:cNvPr id="4" name="Image 0" descr="C:/Handyground/Workspace/git/flayAI/docs/_planbuild/sidepanel-mockup-v2-gp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417320"/>
            <a:ext cx="6309360" cy="342995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40680" y="4983480"/>
            <a:ext cx="6309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화면: 질문에 요약 답변 + [1][2] 인용 (출처 카드 동반)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시작해 제품으로 — 단계 도입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316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51460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MVP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(무GPU·데모)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38912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권한·메일/결재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7220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6364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(GPU)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04672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13816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제품화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(온프레미스)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921240" y="2286000"/>
            <a:ext cx="1755648" cy="1737360"/>
          </a:xfrm>
          <a:prstGeom prst="roundRect">
            <a:avLst>
              <a:gd name="adj" fmla="val 4211"/>
            </a:avLst>
          </a:prstGeom>
          <a:solidFill>
            <a:srgbClr val="EAF1F8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921240" y="2450592"/>
            <a:ext cx="17556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012680" y="2999232"/>
            <a:ext cx="157276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647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운영·확장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E7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무GPU: P1~P2</a:t>
            </a:r>
            <a:pPr algn="ctr" indent="0" marL="0">
              <a:buNone/>
            </a:pPr>
            <a:r>
              <a:rPr lang="en-US" sz="1500" dirty="0">
                <a:solidFill>
                  <a:srgbClr val="222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·   GPU: P3부터   ·   제품화: P4   ·   </a:t>
            </a:r>
            <a:pPr algn="ctr" indent="0" marL="0">
              <a:buNone/>
            </a:pPr>
            <a:r>
              <a:rPr lang="en-US" sz="1500" b="1" dirty="0">
                <a:solidFill>
                  <a:srgbClr val="E874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해커톤 데모 = P1 (게시판·무GPU·사이드패널)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1F8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3492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5A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시작해 검증하고, 검증된 기능을 그룹웨어 제품으로 키웁니다.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핸디소프트 · 서비스개발팀 · 사내 해커톤(바이브코딩) 1차 기획안 공모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작게 시작해 검증하고,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그룹웨어 제품으로 키운다.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320040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결정 사항 (검토 회의)</a:t>
            </a:r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게시판 연동 방식 · 공개/제한 판정 기준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제품화(그룹웨어 탑재) 시점 · 패키징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확장 우선순위 (메일 vs 결재)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77240" y="59436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  핸디소프트 · 서비스개발팀 · 남종관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2026-05-31T09:35:04Z</dcterms:created>
  <dcterms:modified xsi:type="dcterms:W3CDTF">2026-05-31T09:35:04Z</dcterms:modified>
</cp:coreProperties>
</file>